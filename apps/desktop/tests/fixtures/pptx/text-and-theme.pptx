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Amazing Grace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sweet the sound</a:t>
            </a:r>
          </a:p>
          <a:p>
            <a:r>
              <a:t>That saved a wretch like 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0"/>
          </a:xfrm>
          <a:prstGeom prst="rect">
            <a:avLst/>
          </a:prstGeom>
          <a:noFill/>
        </p:spPr>
        <p:txBody>
          <a:bodyPr wrap="none" anchor="b" lIns="182880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b="1" sz="4000">
                <a:latin typeface="Georgia"/>
              </a:rPr>
              <a:t>Bold </a:t>
            </a:r>
            <a:r>
              <a:rPr i="1">
                <a:solidFill>
                  <a:srgbClr val="C00000"/>
                </a:solidFill>
              </a:rPr>
              <a:t>italic </a:t>
            </a:r>
            <a:r>
              <a:rPr u="sng"/>
              <a:t>underlined</a:t>
            </a:r>
          </a:p>
          <a:p>
            <a:pPr algn="r">
              <a:lnSpc>
                <a:spcPts val="3000"/>
              </a:lnSpc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accent, darkened </a:t>
            </a:r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text, lightened</a:t>
            </a:r>
            <a:r>
              <a:rPr spc="300"/>
              <a:t> spaced</a:t>
            </a:r>
            <a:r>
              <a:rPr u="dbl"/>
              <a:t> double underline</a:t>
            </a:r>
          </a:p>
          <a:p>
            <a:pPr algn="dist">
              <a:spcBef>
                <a:spcPct val="50000"/>
              </a:spcBef>
            </a:pPr>
            <a:r>
              <a:t>distributed</a:t>
            </a:r>
          </a:p>
          <a:p>
            <a:endParaRPr lang="en-US" sz="2800" b="1">
              <a:solidFill>
                <a:srgbClr val="00B050"/>
              </a:solidFill>
            </a:endParaRPr>
          </a:p>
          <a:p>
            <a:r>
              <a:t>before</a:t>
            </a:r>
            <a:br/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Through many dangers, toils and snares</a:t>
            </a:r>
          </a:p>
          <a:p>
            <a:pPr lvl="1"/>
            <a:r>
              <a:t>I have already 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