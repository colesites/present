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930000">
            <a:off x="914400" y="914400"/>
            <a:ext cx="2743200" cy="1371600"/>
          </a:xfrm>
          <a:prstGeom prst="roundRect">
            <a:avLst/>
          </a:prstGeom>
          <a:solidFill>
            <a:srgbClr val="1F4E79"/>
          </a:solidFill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 a shape</a:t>
            </a:r>
          </a:p>
        </p:txBody>
      </p:sp>
      <p:sp>
        <p:nvSpPr>
          <p:cNvPr id="3" name="Oval 2"/>
          <p:cNvSpPr/>
          <p:nvPr/>
        </p:nvSpPr>
        <p:spPr>
          <a:xfrm>
            <a:off x="4572000" y="9144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4" name="Connector 3"/>
          <p:cNvCxnSpPr/>
          <p:nvPr/>
        </p:nvCxnSpPr>
        <p:spPr>
          <a:xfrm>
            <a:off x="914400" y="2743200"/>
            <a:ext cx="4572000" cy="4572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36576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6400800" y="914400"/>
            <a:ext cx="2743200" cy="2286000"/>
            <a:chOff x="6400800" y="914400"/>
            <a:chExt cx="2743200" cy="2286000"/>
          </a:xfrm>
        </p:grpSpPr>
        <p:sp>
          <p:nvSpPr>
            <p:cNvPr id="7" name="TextBox 6"/>
            <p:cNvSpPr txBox="1"/>
            <p:nvPr/>
          </p:nvSpPr>
          <p:spPr>
            <a:xfrm>
              <a:off x="6400800" y="914400"/>
              <a:ext cx="18288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A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7315200" y="2286000"/>
              <a:ext cx="1828800" cy="914400"/>
              <a:chOff x="7315200" y="2286000"/>
              <a:chExt cx="1828800" cy="914400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7315200" y="2286000"/>
                <a:ext cx="18288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nested B</a:t>
                </a:r>
              </a:p>
            </p:txBody>
          </p:sp>
        </p:grpSp>
      </p:grp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45720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 gridSpan="2">
                  <a:txBody>
                    <a:bodyPr/>
                    <a:lstStyle/>
                    <a:p>
                      <a:r>
                        <a:t>r0c0</a:t>
                      </a:r>
                    </a:p>
                    <a:p>
                      <a:r>
                        <a:t>r0c1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