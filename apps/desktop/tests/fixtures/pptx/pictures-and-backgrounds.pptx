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371600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14400"/>
            <a:ext cx="914400" cy="914400"/>
          </a:xfrm>
          <a:prstGeom prst="rect">
            <a:avLst/>
          </a:prstGeom>
        </p:spPr>
      </p:pic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 a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Captioned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500" b="12500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